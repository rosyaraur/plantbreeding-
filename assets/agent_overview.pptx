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6B217-6D3B-C03D-6117-C18FCE2BD4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AFE3B0-F353-8515-1EFA-B047E391CE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1EE4F-DCFB-57EB-E39C-18FAC2A6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7878-6FC6-0145-9DF4-BCF8A85118AE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6A015-1B3D-8424-F7EC-32FBD8B4B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B4CEA-0BD7-9D7E-A416-21680AB6C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D4B47-D67C-AE43-AC89-01DE55A30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0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137F0-7261-9630-651F-9E184C1B6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405CF-FC99-B794-6F48-41C60008D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8A68-148E-4DEF-DBDE-12CFD6902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7878-6FC6-0145-9DF4-BCF8A85118AE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1A07F-5BB9-396C-C4CE-2DEDDF350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B2D21-5E1B-B13A-5036-89AF10349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D4B47-D67C-AE43-AC89-01DE55A30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33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56C70-4DDF-F3D9-240B-0597C8C89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6FDE5-83FA-DBF0-2E05-8D0722825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80402-98D0-0F5E-0A81-0B632873E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7878-6FC6-0145-9DF4-BCF8A85118AE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0A9D9-CABA-1168-B9D0-8120FD68A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A7664-E0DF-2B70-5791-950063DCF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D4B47-D67C-AE43-AC89-01DE55A30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313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1518C-F7D0-0F88-62D4-089FB416C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20C70-DD1A-C607-D515-98A30E3F38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CF024-62ED-32DE-7E1D-E4CE3A249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A6E38B-6E8F-592F-5B99-7FDDCF45C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7878-6FC6-0145-9DF4-BCF8A85118AE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53C3D2-6602-37B2-9546-C9ECE1F4D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57055-A7EC-30C1-D785-4CB10EADE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D4B47-D67C-AE43-AC89-01DE55A30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05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7BEFA-461C-FFF8-DC79-ABF695C3A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EE554-4898-80EC-1AFE-D6259CAC5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E0662-EF37-3313-47D5-6E9F01B36A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77769A-C204-47B1-A141-5F3EC6CFAB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FFB6B7-B12F-0FB6-16C2-CFC1CFAF35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CFCABB-2AE1-875A-DC90-4C06C4EAB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7878-6FC6-0145-9DF4-BCF8A85118AE}" type="datetimeFigureOut">
              <a:rPr lang="en-US" smtClean="0"/>
              <a:t>5/9/26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D828FE-14F7-6E8C-0F32-1B0718C3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FF80CB-A72B-8C0A-D8CE-1F49598D7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D4B47-D67C-AE43-AC89-01DE55A30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309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3F81-ADC6-724F-4C39-A9C62BA1C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D5CFE0-BF04-971D-7D54-C2ECE2A1C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7878-6FC6-0145-9DF4-BCF8A85118AE}" type="datetimeFigureOut">
              <a:rPr lang="en-US" smtClean="0"/>
              <a:t>5/9/26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6D9349-DB26-FC8E-CC91-FC40859A2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E49C58-D91A-9E48-E022-A322E5D3D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D4B47-D67C-AE43-AC89-01DE55A30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86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620D2E-F12D-7FBF-78A4-DCF44458F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7878-6FC6-0145-9DF4-BCF8A85118AE}" type="datetimeFigureOut">
              <a:rPr lang="en-US" smtClean="0"/>
              <a:t>5/9/26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EA2E63-8C1E-51F6-24AB-8FAFAF205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F6D4E-E8DA-17FA-7241-74CC5C305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D4B47-D67C-AE43-AC89-01DE55A30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354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33C2C-8042-0149-8497-949C57148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C924E-8FAA-4F68-1CAE-994FAB013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B99AA7-E36F-AB69-CDA4-51DFB8822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F1B9DA-1A28-2829-ADF6-B0D6B4E20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7878-6FC6-0145-9DF4-BCF8A85118AE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76957-756E-E485-8FF8-CF99FEDC9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89BA1-83D7-A53D-E8D9-B8BF19B54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D4B47-D67C-AE43-AC89-01DE55A30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705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A6D9E-8FCB-C799-5BC6-B3298EF5D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84E8F7-5174-0FFF-29B4-113C62C50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1848D-E071-972D-D420-85B683FD0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517F7-A6D7-E569-13A8-DDE273B9A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7878-6FC6-0145-9DF4-BCF8A85118AE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CCD47-B760-CABA-FDA8-D08182E49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6A6BBE-1D26-B420-EB78-928FAE831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D4B47-D67C-AE43-AC89-01DE55A30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143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0906F-20C4-84A4-87A9-92DCAA773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F0C56E-1DA6-E785-601E-D0DE321F1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1A3AD-70E6-A06E-6578-F82FAD984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7878-6FC6-0145-9DF4-BCF8A85118AE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738E0-3327-A0A7-D8C9-F26EC3371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F0450-AABF-DDD3-906A-F6ED46514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D4B47-D67C-AE43-AC89-01DE55A30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58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5BFF3F-5E36-A89C-2997-2B323F067B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A43674-F205-2DC4-90A7-37741FA4A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AF0EB-2205-E75D-6767-533873B52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7878-6FC6-0145-9DF4-BCF8A85118AE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48773-7DDF-760A-114B-5EAEE5BFA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4A267-81C8-43D8-F36F-FA3D78D10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D4B47-D67C-AE43-AC89-01DE55A30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072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CF2C8E-0079-2E4E-8CF3-DEA0FCAA3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2B45CE-4F07-C902-9FE0-ED3574D98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24DDD-AB25-FE58-CA20-BC6182C5F7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F87878-6FC6-0145-9DF4-BCF8A85118AE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30581-1F12-12FD-E4AD-36A70A4BF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8AFB3-0D4A-038A-EC26-5FB5191DE0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6D4B47-D67C-AE43-AC89-01DE55A30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285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742237-AFDB-43D9-8ECE-731289DE9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70" y="457943"/>
            <a:ext cx="12012460" cy="402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164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Umesh Rosyara</dc:creator>
  <cp:lastModifiedBy>Umesh Rosyara</cp:lastModifiedBy>
  <cp:revision>1</cp:revision>
  <dcterms:created xsi:type="dcterms:W3CDTF">2026-05-10T01:02:10Z</dcterms:created>
  <dcterms:modified xsi:type="dcterms:W3CDTF">2026-05-10T12:55:42Z</dcterms:modified>
</cp:coreProperties>
</file>